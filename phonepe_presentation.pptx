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0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4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2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0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095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1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26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27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41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5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8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92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98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33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09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3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PhonePe Insurance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Name: </a:t>
            </a:r>
            <a:r>
              <a:rPr lang="en-IN" dirty="0" err="1"/>
              <a:t>Jailakshmi</a:t>
            </a:r>
            <a:r>
              <a:rPr lang="en-IN" dirty="0"/>
              <a:t> Ramesh</a:t>
            </a:r>
            <a:endParaRPr dirty="0"/>
          </a:p>
          <a:p>
            <a:r>
              <a:rPr lang="en-IN" dirty="0"/>
              <a:t>Course: Data Science (DS-C-WE-E-B113)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Analyzing insurance transaction data from PhonePe Pulse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data</a:t>
            </a:r>
          </a:p>
          <a:p>
            <a:r>
              <a:t>Transform data</a:t>
            </a:r>
          </a:p>
          <a:p>
            <a:r>
              <a:t>Analyze trends</a:t>
            </a:r>
          </a:p>
          <a:p>
            <a:r>
              <a:t>Build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Streamlit</a:t>
            </a:r>
          </a:p>
          <a:p>
            <a:r>
              <a:t>SQL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PhonePe Pulse GitHub dataset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→ DataFrame → Analysis →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</a:t>
            </a:r>
          </a:p>
          <a:p>
            <a:r>
              <a:t>Quarter</a:t>
            </a:r>
          </a:p>
          <a:p>
            <a:r>
              <a:t>Count</a:t>
            </a:r>
          </a:p>
          <a:p>
            <a:r>
              <a:t>Amount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Year-wise</a:t>
            </a:r>
          </a:p>
          <a:p>
            <a:r>
              <a:t>Quarter-wise</a:t>
            </a:r>
          </a:p>
          <a:p>
            <a:r>
              <a:t>Total</a:t>
            </a:r>
          </a:p>
          <a:p>
            <a:r>
              <a:t>Average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raw data and charts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D8211-D74A-54E5-AC41-87C8587F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55" y="2921446"/>
            <a:ext cx="6010387" cy="3009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954B6-DCB5-E216-35D6-4AB38B9F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8376C0-344E-4EDA-1436-D48EA06A19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3601" y="2761956"/>
            <a:ext cx="4433818" cy="2085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B44505-E409-F5E4-39D8-25D82511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413" y="2720221"/>
            <a:ext cx="3744450" cy="2168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485900-B49A-4890-65B9-7AA692A47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766" y="4847303"/>
            <a:ext cx="4804875" cy="187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8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Growth in transactions</a:t>
            </a:r>
          </a:p>
          <a:p>
            <a:r>
              <a:t>Digital adoption rising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handling</a:t>
            </a:r>
          </a:p>
          <a:p>
            <a:r>
              <a:t>Setup issues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analysis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31D76F6-9FAD-CCB9-9A43-3D01A2BF868B}"/>
              </a:ext>
            </a:extLst>
          </p:cNvPr>
          <p:cNvSpPr/>
          <p:nvPr/>
        </p:nvSpPr>
        <p:spPr>
          <a:xfrm>
            <a:off x="2467897" y="2420374"/>
            <a:ext cx="4522839" cy="29087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</TotalTime>
  <Words>94</Words>
  <Application>Microsoft Office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PhonePe Insurance Data Analysis</vt:lpstr>
      <vt:lpstr>Introduction</vt:lpstr>
      <vt:lpstr>Objectives</vt:lpstr>
      <vt:lpstr>Technologies Used</vt:lpstr>
      <vt:lpstr>Data Source</vt:lpstr>
      <vt:lpstr>Workflow</vt:lpstr>
      <vt:lpstr>Data Processing</vt:lpstr>
      <vt:lpstr>SQL Analysis</vt:lpstr>
      <vt:lpstr>Dashboard</vt:lpstr>
      <vt:lpstr>Dashboard</vt:lpstr>
      <vt:lpstr>Key Insights</vt:lpstr>
      <vt:lpstr>Challenges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RP sarath</dc:creator>
  <cp:keywords/>
  <dc:description>generated using python-pptx</dc:description>
  <cp:lastModifiedBy>RP sarath</cp:lastModifiedBy>
  <cp:revision>2</cp:revision>
  <dcterms:created xsi:type="dcterms:W3CDTF">2013-01-27T09:14:16Z</dcterms:created>
  <dcterms:modified xsi:type="dcterms:W3CDTF">2026-03-17T09:32:40Z</dcterms:modified>
  <cp:category/>
</cp:coreProperties>
</file>